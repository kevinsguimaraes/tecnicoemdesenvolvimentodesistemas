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75" y="2312789"/>
            <a:ext cx="26860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25703" y="2865239"/>
            <a:ext cx="4740592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F8FAFC"/>
                </a:solidFill>
                <a:latin typeface="Plus Jakarta Sans"/>
              </a:rPr>
              <a:t>O que é JSON?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74889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Entenda o formato padrão de troca de dados no desenvolvimento web moderno e por que ele é indispensável para APIs.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408039"/>
            <a:ext cx="1809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48425"/>
            <a:ext cx="1162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Medium"/>
              </a:rPr>
              <a:t>Métodos HTTP &amp; APIs com PHP | Slide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6962"/>
            <a:ext cx="5381625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66962"/>
            <a:ext cx="5381625" cy="2914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2709862"/>
            <a:ext cx="454056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O Significado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38487"/>
            <a:ext cx="4695825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JavaScript Object Notation.</a:t>
            </a:r>
            <a:r>
              <a:t>
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É um formato de texto puro, leve e padronizado, perfeitamente estruturado para transportar e armazenar dados entre diferentes sistemas e arquiteturas de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1825" y="2709862"/>
            <a:ext cx="4510563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A Analogia do "Inglês"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138487"/>
            <a:ext cx="4695825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Pense no JSON como o inglês universal no mundo da programação.</a:t>
            </a:r>
            <a:r>
              <a:t>
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Se um servidor escrito em PHP precisa se comunicar perfeitamente com um aplicativo nativo em Android ou iOS, ambos utilizam o JSON como o idioma comum e interoperável.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38437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738437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76250"/>
            <a:ext cx="11451431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A Língua Universal das Aplicações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5048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6448425"/>
            <a:ext cx="1162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Medium"/>
              </a:rPr>
              <a:t>Métodos HTTP &amp; APIs com PHP | Slide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3625"/>
            <a:ext cx="5429250" cy="1395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333625"/>
            <a:ext cx="5429250" cy="1395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19537"/>
            <a:ext cx="5429250" cy="1395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919537"/>
            <a:ext cx="5429250" cy="13954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57175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57175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157662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157662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5875" y="2571750"/>
            <a:ext cx="47005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Leve e Rápido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5875" y="2847975"/>
            <a:ext cx="4476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Sintaxe extremamente enxuta. Consome pouca largura de banda de rede e carrega de forma rápida em dispositivos móveis.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5625" y="2571750"/>
            <a:ext cx="47005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Nativo e Universal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2847975"/>
            <a:ext cx="44767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Qualquer linguagem moderna de programação (PHP, Java, Python, JavaScript) converte estruturas JSON com extrema facilidade.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875" y="4157662"/>
            <a:ext cx="47005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Leitura Fácil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5875" y="4433887"/>
            <a:ext cx="44767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Visualização limpa em ferramentas como o Postman. O processo de depuração (debug) torna-se ágil e transparente para humanos.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4157662"/>
            <a:ext cx="47005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Feito para a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4433887"/>
            <a:ext cx="44767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Garante integração imediata e sem atritos entre camadas Backend baseadas em PHP e Frontend utilizando JavaScript ou Apps.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476250"/>
            <a:ext cx="11451431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Por que usar em APIs?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76250"/>
            <a:ext cx="47625" cy="5048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6448425"/>
            <a:ext cx="1162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Medium"/>
              </a:rPr>
              <a:t>Métodos HTTP &amp; APIs com PHP | Slide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5562"/>
            <a:ext cx="5381625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95562"/>
            <a:ext cx="5381625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938587"/>
            <a:ext cx="4791075" cy="819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938587"/>
            <a:ext cx="4791075" cy="819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919412"/>
            <a:ext cx="50306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Antigo: 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28987"/>
            <a:ext cx="47910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Verboso e redundante devido ao uso excessivo de tags de abertura e fechamento.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919412"/>
            <a:ext cx="503062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Plus Jakarta Sans"/>
              </a:rPr>
              <a:t>Moderno: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328987"/>
            <a:ext cx="47910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Limpo, estruturado puramente através de pares organizados de chave e valor.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476250"/>
            <a:ext cx="11451431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A Evolução: O Fim do XML Pesado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5048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6448425"/>
            <a:ext cx="1162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Medium"/>
              </a:rPr>
              <a:t>Métodos HTTP &amp; APIs com PHP | Slide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7450"/>
            <a:ext cx="5381625" cy="2733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57450"/>
            <a:ext cx="5381625" cy="2733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38575"/>
            <a:ext cx="469582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838575"/>
            <a:ext cx="4695825" cy="1009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7300" y="2800350"/>
            <a:ext cx="457057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Enviar / Responder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28975"/>
            <a:ext cx="46958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Transforma um array nativo em PHP para uma string JSON válida usando a função padrão.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4675" y="2800350"/>
            <a:ext cx="457057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Receber / Postman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228975"/>
            <a:ext cx="46958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Lê o corpo bruto da requisição HTTP recebida e converte o JSON em array associativo no PHP.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82892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282892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51431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Como o PHP lida com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47625" cy="5048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6448425"/>
            <a:ext cx="1162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Medium"/>
              </a:rPr>
              <a:t>Métodos HTTP &amp; APIs com PHP | Slide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